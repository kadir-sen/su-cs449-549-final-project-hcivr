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0242A-416C-4EFA-9BF6-3034A88B90C5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712E7-8527-4F54-8F18-636D03AC5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43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712E7-8527-4F54-8F18-636D03AC5C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342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2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159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7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85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6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00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2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747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76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0563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40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210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17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34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84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05159-C6B7-4286-91FB-C07AE8AE4B61}" type="datetimeFigureOut">
              <a:rPr lang="en-US" smtClean="0"/>
              <a:t>02-Jan-26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C632DFB-56A9-47D3-BB8F-53DB78D15D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11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F725E-54D7-92A8-62B0-09B261658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Four Pillars (1): Requirements &amp;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A8751-038F-739F-2F70-702DEF41F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50445"/>
            <a:ext cx="10335222" cy="544885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User-Interface Requirements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Need to express stress quickly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Natural interaction prioritized (voice over typing)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Guidelines &amp; Process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Reduced decision and interaction load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Clear system status throughout the flow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629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98E3-D6D2-5BE9-1177-53F12140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Four Pillars (2): Tools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2AB9E-70BB-673F-CDFE-6E02237C6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5316"/>
            <a:ext cx="8596668" cy="388077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UI Software Tools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Two-button entry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Sarah onboarding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Voice input with feedback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Dynamic loading messages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Expert Reviews &amp; Testing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Usability testing and design comparisons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Focus on clarity and comfort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045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41D6-D7AF-6526-C618-6A0CB44D4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HCI Laws Behind the Design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0009CB-4FED-1D94-BDFB-B8AE65541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687861"/>
            <a:ext cx="7218311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Hick’s Law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Fewer choices → faster decisions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simple entry and voice-based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Fitts’s Law (in VR)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Pointing and selecting is effortful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input reduces motor and cognitive 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Faster, smoother transition into relaxation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88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95B1-CC30-0A04-1478-FA6FB3C2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User Study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89020-054C-C2E7-94B1-4E73ABD52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Autofit/>
          </a:bodyPr>
          <a:lstStyle/>
          <a:p>
            <a:r>
              <a:rPr lang="en-US" sz="2400" b="1" dirty="0"/>
              <a:t>Participants:</a:t>
            </a:r>
            <a:r>
              <a:rPr lang="en-US" sz="2400" dirty="0"/>
              <a:t> 14 </a:t>
            </a:r>
            <a:r>
              <a:rPr lang="en-US" sz="2400" dirty="0" err="1"/>
              <a:t>Sabancı</a:t>
            </a:r>
            <a:r>
              <a:rPr lang="en-US" sz="2400" dirty="0"/>
              <a:t> University students (ages 20–25)</a:t>
            </a:r>
          </a:p>
          <a:p>
            <a:r>
              <a:rPr lang="en-US" sz="2400" b="1" dirty="0"/>
              <a:t>VR Experience:</a:t>
            </a:r>
            <a:r>
              <a:rPr lang="en-US" sz="2400" dirty="0"/>
              <a:t> 9 first-time VR users</a:t>
            </a:r>
          </a:p>
          <a:p>
            <a:r>
              <a:rPr lang="en-US" sz="2400" b="1" dirty="0"/>
              <a:t>Results</a:t>
            </a:r>
            <a:endParaRPr lang="en-US" sz="2400" dirty="0"/>
          </a:p>
          <a:p>
            <a:pPr lvl="1"/>
            <a:r>
              <a:rPr lang="en-US" sz="2400" dirty="0"/>
              <a:t>100% preferred </a:t>
            </a:r>
            <a:r>
              <a:rPr lang="en-US" sz="2400" b="1" dirty="0"/>
              <a:t>AI Mode</a:t>
            </a:r>
            <a:r>
              <a:rPr lang="en-US" sz="2400" dirty="0"/>
              <a:t> over baseline</a:t>
            </a:r>
          </a:p>
          <a:p>
            <a:pPr lvl="1"/>
            <a:r>
              <a:rPr lang="en-US" sz="2400" dirty="0"/>
              <a:t>Sarah onboarding reduced confusion</a:t>
            </a:r>
          </a:p>
          <a:p>
            <a:pPr lvl="1"/>
            <a:r>
              <a:rPr lang="en-US" sz="2400" dirty="0"/>
              <a:t>Dynamic loading felt reassuring</a:t>
            </a:r>
          </a:p>
          <a:p>
            <a:pPr lvl="1"/>
            <a:r>
              <a:rPr lang="en-US" sz="2400" dirty="0"/>
              <a:t>Success screen increased confidence</a:t>
            </a:r>
          </a:p>
          <a:p>
            <a:r>
              <a:rPr lang="en-US" sz="2400" b="1" dirty="0"/>
              <a:t>Motto:</a:t>
            </a:r>
            <a:br>
              <a:rPr lang="en-US" sz="2400" dirty="0"/>
            </a:br>
            <a:r>
              <a:rPr lang="en-US" sz="2400" i="1" dirty="0"/>
              <a:t>Designing relaxation without forcing users to think about how to relax.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15747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</TotalTime>
  <Words>173</Words>
  <Application>Microsoft Office PowerPoint</Application>
  <PresentationFormat>Widescreen</PresentationFormat>
  <Paragraphs>35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Trebuchet MS</vt:lpstr>
      <vt:lpstr>Wingdings 3</vt:lpstr>
      <vt:lpstr>Facet</vt:lpstr>
      <vt:lpstr>Four Pillars (1): Requirements &amp; Guidelines</vt:lpstr>
      <vt:lpstr>Four Pillars (2): Tools &amp; Evaluation</vt:lpstr>
      <vt:lpstr>HCI Laws Behind the Design</vt:lpstr>
      <vt:lpstr>User Study &amp;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Mükremin Berkay Can (Student)</dc:creator>
  <cp:lastModifiedBy>Mükremin Berkay Can (Student)</cp:lastModifiedBy>
  <cp:revision>1</cp:revision>
  <dcterms:created xsi:type="dcterms:W3CDTF">2026-01-02T20:47:19Z</dcterms:created>
  <dcterms:modified xsi:type="dcterms:W3CDTF">2026-01-02T21:26:21Z</dcterms:modified>
</cp:coreProperties>
</file>